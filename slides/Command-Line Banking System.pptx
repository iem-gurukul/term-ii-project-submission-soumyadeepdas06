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B1824-DD8D-4EC2-9F2C-FC3FB44B12CC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38839-9E8C-4C31-9679-EAE0351B2E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8580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B1824-DD8D-4EC2-9F2C-FC3FB44B12CC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38839-9E8C-4C31-9679-EAE0351B2E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46527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B1824-DD8D-4EC2-9F2C-FC3FB44B12CC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38839-9E8C-4C31-9679-EAE0351B2E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75026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B1824-DD8D-4EC2-9F2C-FC3FB44B12CC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38839-9E8C-4C31-9679-EAE0351B2E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04734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B1824-DD8D-4EC2-9F2C-FC3FB44B12CC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38839-9E8C-4C31-9679-EAE0351B2E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2023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B1824-DD8D-4EC2-9F2C-FC3FB44B12CC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38839-9E8C-4C31-9679-EAE0351B2E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08932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B1824-DD8D-4EC2-9F2C-FC3FB44B12CC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38839-9E8C-4C31-9679-EAE0351B2E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4122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B1824-DD8D-4EC2-9F2C-FC3FB44B12CC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38839-9E8C-4C31-9679-EAE0351B2E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54182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B1824-DD8D-4EC2-9F2C-FC3FB44B12CC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38839-9E8C-4C31-9679-EAE0351B2E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84592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B1824-DD8D-4EC2-9F2C-FC3FB44B12CC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38839-9E8C-4C31-9679-EAE0351B2E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48442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B1824-DD8D-4EC2-9F2C-FC3FB44B12CC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38839-9E8C-4C31-9679-EAE0351B2ED3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76706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B1824-DD8D-4EC2-9F2C-FC3FB44B12CC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38839-9E8C-4C31-9679-EAE0351B2E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91495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B1824-DD8D-4EC2-9F2C-FC3FB44B12CC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38839-9E8C-4C31-9679-EAE0351B2ED3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858500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B1824-DD8D-4EC2-9F2C-FC3FB44B12CC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38839-9E8C-4C31-9679-EAE0351B2E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4435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B1824-DD8D-4EC2-9F2C-FC3FB44B12CC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38839-9E8C-4C31-9679-EAE0351B2E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79702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B1824-DD8D-4EC2-9F2C-FC3FB44B12CC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38839-9E8C-4C31-9679-EAE0351B2E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4905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DB1824-DD8D-4EC2-9F2C-FC3FB44B12CC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78E38839-9E8C-4C31-9679-EAE0351B2E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1027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B435B-B8A9-5A48-36B2-AB5910A814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4869" y="2123767"/>
            <a:ext cx="8492339" cy="1641933"/>
          </a:xfrm>
        </p:spPr>
        <p:txBody>
          <a:bodyPr/>
          <a:lstStyle/>
          <a:p>
            <a:r>
              <a:rPr lang="en-US" sz="4400" b="1" dirty="0"/>
              <a:t>Command-Line Banking System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F446E5-E7B1-0D51-6C56-F90968E132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25678" y="3077497"/>
            <a:ext cx="5633884" cy="2359742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en-US" sz="3500" b="1" dirty="0"/>
              <a:t>Command-Line Banking System</a:t>
            </a:r>
          </a:p>
          <a:p>
            <a:pPr algn="l"/>
            <a:r>
              <a:rPr lang="en-US" sz="3500" b="1" dirty="0"/>
              <a:t>Problem Statement:</a:t>
            </a:r>
            <a:br>
              <a:rPr lang="en-US" sz="3500" dirty="0"/>
            </a:br>
            <a:r>
              <a:rPr lang="en-US" sz="3500" dirty="0"/>
              <a:t>A Java-based system to perform basic banking operations using OOP concepts through a command-line interface.</a:t>
            </a:r>
          </a:p>
          <a:p>
            <a:pPr algn="l"/>
            <a:r>
              <a:rPr lang="en-US" sz="3500" b="1" dirty="0"/>
              <a:t>Target Users:</a:t>
            </a:r>
            <a:br>
              <a:rPr lang="en-US" sz="3500" dirty="0"/>
            </a:br>
            <a:r>
              <a:rPr lang="en-US" sz="3500" dirty="0"/>
              <a:t>General users who want a simple banking simulation system.</a:t>
            </a:r>
          </a:p>
          <a:p>
            <a:endParaRPr lang="en-IN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2B452D7-02DE-9950-3BB6-0E69155BEEF3}"/>
              </a:ext>
            </a:extLst>
          </p:cNvPr>
          <p:cNvSpPr txBox="1">
            <a:spLocks/>
          </p:cNvSpPr>
          <p:nvPr/>
        </p:nvSpPr>
        <p:spPr>
          <a:xfrm>
            <a:off x="736327" y="587427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SOUMYADEEP DAS</a:t>
            </a:r>
          </a:p>
          <a:p>
            <a:pPr algn="ctr"/>
            <a:r>
              <a:rPr lang="en-US" dirty="0"/>
              <a:t>CSE(IOT)</a:t>
            </a:r>
          </a:p>
          <a:p>
            <a:pPr algn="ctr"/>
            <a:r>
              <a:rPr lang="en-US" dirty="0"/>
              <a:t>ROLL NO-51</a:t>
            </a:r>
          </a:p>
          <a:p>
            <a:pPr algn="ctr"/>
            <a:r>
              <a:rPr lang="en-US" dirty="0"/>
              <a:t>ENROLLMENT NO-12024052019041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60236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8C15AB-0497-0166-49D7-A333B27472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0457" y="803737"/>
            <a:ext cx="7709582" cy="498746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sz="2400" b="1" dirty="0">
                <a:solidFill>
                  <a:schemeClr val="accent1"/>
                </a:solidFill>
              </a:rPr>
              <a:t>Architecture:</a:t>
            </a:r>
          </a:p>
          <a:p>
            <a:pPr marL="0" indent="0">
              <a:buNone/>
            </a:pPr>
            <a:r>
              <a:rPr lang="en-IN" sz="2400" dirty="0"/>
              <a:t>User → Main → Bank → Customer → Account → Transaction</a:t>
            </a:r>
          </a:p>
          <a:p>
            <a:pPr marL="0" indent="0">
              <a:buNone/>
            </a:pPr>
            <a:r>
              <a:rPr lang="en-IN" sz="2400" b="1" dirty="0">
                <a:solidFill>
                  <a:schemeClr val="accent1"/>
                </a:solidFill>
              </a:rPr>
              <a:t>Key Classes:</a:t>
            </a:r>
          </a:p>
          <a:p>
            <a:pPr marL="0" indent="0">
              <a:buNone/>
            </a:pPr>
            <a:r>
              <a:rPr lang="en-IN" sz="2400" dirty="0"/>
              <a:t>Main → User interface </a:t>
            </a:r>
          </a:p>
          <a:p>
            <a:pPr marL="0" indent="0">
              <a:buNone/>
            </a:pPr>
            <a:r>
              <a:rPr lang="en-IN" sz="2400" dirty="0"/>
              <a:t>Bank → Handles logic </a:t>
            </a:r>
          </a:p>
          <a:p>
            <a:pPr marL="0" indent="0">
              <a:buNone/>
            </a:pPr>
            <a:r>
              <a:rPr lang="en-IN" sz="2400" dirty="0"/>
              <a:t>Account → Abstract base class </a:t>
            </a:r>
          </a:p>
          <a:p>
            <a:pPr marL="0" indent="0">
              <a:buNone/>
            </a:pPr>
            <a:r>
              <a:rPr lang="en-IN" sz="2400" dirty="0"/>
              <a:t>Customer → Holds account + history </a:t>
            </a:r>
          </a:p>
          <a:p>
            <a:pPr marL="0" indent="0">
              <a:buNone/>
            </a:pPr>
            <a:r>
              <a:rPr lang="en-IN" sz="2400" dirty="0"/>
              <a:t>Transaction → Stores transaction data </a:t>
            </a:r>
          </a:p>
          <a:p>
            <a:pPr marL="0" indent="0">
              <a:buNone/>
            </a:pPr>
            <a:r>
              <a:rPr lang="en-IN" sz="2400" b="1" dirty="0">
                <a:solidFill>
                  <a:schemeClr val="accent1"/>
                </a:solidFill>
              </a:rPr>
              <a:t>Structure:</a:t>
            </a:r>
          </a:p>
          <a:p>
            <a:pPr marL="0" indent="0">
              <a:buNone/>
            </a:pPr>
            <a:r>
              <a:rPr lang="en-IN" sz="2400" dirty="0"/>
              <a:t>Simple structure (no packages) </a:t>
            </a:r>
          </a:p>
          <a:p>
            <a:pPr marL="0" indent="0">
              <a:buNone/>
            </a:pPr>
            <a:r>
              <a:rPr lang="en-IN" sz="2400" dirty="0"/>
              <a:t>All classes in one directory</a:t>
            </a:r>
          </a:p>
          <a:p>
            <a:endParaRPr lang="en-IN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ADCB0D9-B7C5-2E8D-B58B-EDE654BE9D2C}"/>
              </a:ext>
            </a:extLst>
          </p:cNvPr>
          <p:cNvSpPr txBox="1">
            <a:spLocks/>
          </p:cNvSpPr>
          <p:nvPr/>
        </p:nvSpPr>
        <p:spPr>
          <a:xfrm>
            <a:off x="3867901" y="98321"/>
            <a:ext cx="8492339" cy="164193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sz="4400" dirty="0"/>
              <a:t>System Design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5236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B49B3-BBE8-C45F-0418-83E7B09F8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3553" y="156238"/>
            <a:ext cx="8596668" cy="1320800"/>
          </a:xfrm>
        </p:spPr>
        <p:txBody>
          <a:bodyPr/>
          <a:lstStyle/>
          <a:p>
            <a:r>
              <a:rPr lang="en-IN" dirty="0"/>
              <a:t>OOP Concepts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E84B43-8604-4676-BF5F-4A78452796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6663" y="980718"/>
            <a:ext cx="8596668" cy="388077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Abstraction</a:t>
            </a:r>
          </a:p>
          <a:p>
            <a:pPr marL="0" indent="0">
              <a:buNone/>
            </a:pPr>
            <a:r>
              <a:rPr lang="en-US" sz="2400" dirty="0"/>
              <a:t>Used in Account class 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Inheritance</a:t>
            </a:r>
          </a:p>
          <a:p>
            <a:pPr marL="0" indent="0">
              <a:buNone/>
            </a:pPr>
            <a:r>
              <a:rPr lang="en-US" sz="2400" dirty="0" err="1"/>
              <a:t>SavingsAccount</a:t>
            </a:r>
            <a:r>
              <a:rPr lang="en-US" sz="2400" dirty="0"/>
              <a:t> and </a:t>
            </a:r>
            <a:r>
              <a:rPr lang="en-US" sz="2400" dirty="0" err="1"/>
              <a:t>CurrentAccount</a:t>
            </a:r>
            <a:r>
              <a:rPr lang="en-US" sz="2400" dirty="0"/>
              <a:t> extend Account 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Polymorphism</a:t>
            </a:r>
          </a:p>
          <a:p>
            <a:pPr marL="0" indent="0">
              <a:buNone/>
            </a:pPr>
            <a:r>
              <a:rPr lang="en-US" sz="2400" dirty="0"/>
              <a:t>withdraw() behaves differently in each account 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Exception Handling</a:t>
            </a:r>
          </a:p>
          <a:p>
            <a:pPr marL="0" indent="0">
              <a:buNone/>
            </a:pPr>
            <a:r>
              <a:rPr lang="en-US" sz="2400" dirty="0" err="1"/>
              <a:t>BankException</a:t>
            </a:r>
            <a:r>
              <a:rPr lang="en-US" sz="2400" dirty="0"/>
              <a:t> handles errors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950181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C3F1C-9426-6A64-8114-A14D28E19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6405" y="156238"/>
            <a:ext cx="8596668" cy="1320800"/>
          </a:xfrm>
        </p:spPr>
        <p:txBody>
          <a:bodyPr/>
          <a:lstStyle/>
          <a:p>
            <a:r>
              <a:rPr lang="en-IN" dirty="0"/>
              <a:t>Technical Highlight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FCCC0C-8F03-57CC-EBBF-ACE7AED9ED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3727" y="951221"/>
            <a:ext cx="8596668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200" b="1" dirty="0">
                <a:solidFill>
                  <a:schemeClr val="accent1"/>
                </a:solidFill>
              </a:rPr>
              <a:t>Feature: Fund Transfer Logic</a:t>
            </a:r>
            <a:endParaRPr lang="en-US" sz="2200" b="1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sz="2200" dirty="0"/>
              <a:t>public void transfer(int from, int to, double amt) {</a:t>
            </a:r>
            <a:br>
              <a:rPr lang="en-US" sz="2200" dirty="0"/>
            </a:br>
            <a:r>
              <a:rPr lang="en-US" sz="2200" dirty="0"/>
              <a:t>    withdraw(from, amt);</a:t>
            </a:r>
            <a:br>
              <a:rPr lang="en-US" sz="2200" dirty="0"/>
            </a:br>
            <a:r>
              <a:rPr lang="en-US" sz="2200" dirty="0"/>
              <a:t>    deposit(to, amt);</a:t>
            </a:r>
            <a:br>
              <a:rPr lang="en-US" sz="2200" dirty="0"/>
            </a:br>
            <a:r>
              <a:rPr lang="en-US" sz="2200" dirty="0"/>
              <a:t>}</a:t>
            </a:r>
          </a:p>
          <a:p>
            <a:pPr marL="0" indent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Why this design?</a:t>
            </a:r>
          </a:p>
          <a:p>
            <a:pPr marL="0" indent="0">
              <a:buNone/>
            </a:pPr>
            <a:r>
              <a:rPr lang="en-US" sz="2200" dirty="0"/>
              <a:t>Code reuse (no duplication) </a:t>
            </a:r>
          </a:p>
          <a:p>
            <a:pPr marL="0" indent="0">
              <a:buNone/>
            </a:pPr>
            <a:r>
              <a:rPr lang="en-US" sz="2200" dirty="0"/>
              <a:t>Simple and efficient </a:t>
            </a:r>
          </a:p>
          <a:p>
            <a:pPr marL="0" indent="0">
              <a:buNone/>
            </a:pPr>
            <a:r>
              <a:rPr lang="en-US" sz="2200" dirty="0"/>
              <a:t>Easy to maintain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861325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26CAF-0A7A-203B-8464-D7FA16915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3992" y="156238"/>
            <a:ext cx="8596668" cy="1320800"/>
          </a:xfrm>
        </p:spPr>
        <p:txBody>
          <a:bodyPr/>
          <a:lstStyle/>
          <a:p>
            <a:r>
              <a:rPr lang="en-IN" dirty="0"/>
              <a:t>Live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B5D13E-5419-2601-7D47-093B1448CA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2973" y="816638"/>
            <a:ext cx="8596668" cy="388077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Demo Flow:</a:t>
            </a:r>
          </a:p>
          <a:p>
            <a:r>
              <a:rPr lang="en-US" sz="2400" dirty="0"/>
              <a:t>Create account </a:t>
            </a:r>
          </a:p>
          <a:p>
            <a:r>
              <a:rPr lang="en-US" sz="2400" dirty="0"/>
              <a:t>Deposit money </a:t>
            </a:r>
          </a:p>
          <a:p>
            <a:r>
              <a:rPr lang="en-US" sz="2400" dirty="0"/>
              <a:t>Check balance </a:t>
            </a:r>
          </a:p>
          <a:p>
            <a:r>
              <a:rPr lang="en-US" sz="2400" dirty="0"/>
              <a:t>Withdraw money </a:t>
            </a:r>
          </a:p>
          <a:p>
            <a:r>
              <a:rPr lang="en-US" sz="2400" dirty="0"/>
              <a:t>Transfer funds </a:t>
            </a:r>
          </a:p>
          <a:p>
            <a:r>
              <a:rPr lang="en-US" sz="2400" dirty="0"/>
              <a:t>Show transaction history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Error Case:</a:t>
            </a:r>
          </a:p>
          <a:p>
            <a:pPr marL="0" indent="0">
              <a:buNone/>
            </a:pPr>
            <a:r>
              <a:rPr lang="en-US" sz="2400" dirty="0"/>
              <a:t>Withdraw more than balance</a:t>
            </a:r>
            <a:br>
              <a:rPr lang="en-US" sz="2400" dirty="0"/>
            </a:br>
            <a:r>
              <a:rPr lang="en-US" sz="2400" dirty="0"/>
              <a:t> Shows: </a:t>
            </a:r>
            <a:r>
              <a:rPr lang="en-US" sz="2400" i="1" dirty="0"/>
              <a:t>Insufficient Balance</a:t>
            </a:r>
            <a:endParaRPr lang="en-US" sz="2400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5130492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14</TotalTime>
  <Words>218</Words>
  <Application>Microsoft Office PowerPoint</Application>
  <PresentationFormat>Widescreen</PresentationFormat>
  <Paragraphs>46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Trebuchet MS</vt:lpstr>
      <vt:lpstr>Wingdings 3</vt:lpstr>
      <vt:lpstr>Facet</vt:lpstr>
      <vt:lpstr>Command-Line Banking System </vt:lpstr>
      <vt:lpstr>PowerPoint Presentation</vt:lpstr>
      <vt:lpstr>OOP Concepts</vt:lpstr>
      <vt:lpstr>Technical Highlight</vt:lpstr>
      <vt:lpstr>Live Demo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Soumyadeep Das</dc:creator>
  <cp:lastModifiedBy>Soumyadeep Das</cp:lastModifiedBy>
  <cp:revision>1</cp:revision>
  <dcterms:created xsi:type="dcterms:W3CDTF">2026-03-29T18:03:13Z</dcterms:created>
  <dcterms:modified xsi:type="dcterms:W3CDTF">2026-03-29T18:17:16Z</dcterms:modified>
</cp:coreProperties>
</file>